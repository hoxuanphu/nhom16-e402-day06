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Admissions FAQ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Giảm tải câu hỏi tuyển sinh lặp lại bằng AI</a:t>
            </a:r>
          </a:p>
          <a:p>
            <a:r>
              <a:t>Spec-based Hackathon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981" y="20114"/>
            <a:ext cx="8229600" cy="1143000"/>
          </a:xfrm>
        </p:spPr>
        <p:txBody>
          <a:bodyPr/>
          <a:lstStyle/>
          <a:p>
            <a:pPr>
              <a:defRPr sz="3600"/>
            </a:pPr>
            <a:r>
              <a:rPr dirty="0"/>
              <a:t>Problem Statement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960"/>
            <a:ext cx="1078385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mùa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, </a:t>
            </a:r>
            <a:r>
              <a:rPr dirty="0" err="1"/>
              <a:t>đội</a:t>
            </a:r>
            <a:r>
              <a:rPr dirty="0"/>
              <a:t> </a:t>
            </a:r>
            <a:r>
              <a:rPr dirty="0" err="1"/>
              <a:t>tư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ngập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lặp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(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phí</a:t>
            </a:r>
            <a:r>
              <a:rPr dirty="0"/>
              <a:t>,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, deadline,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bổng</a:t>
            </a:r>
            <a:r>
              <a:rPr dirty="0"/>
              <a:t>), </a:t>
            </a:r>
            <a:r>
              <a:rPr dirty="0" err="1"/>
              <a:t>nhưng</a:t>
            </a:r>
            <a:endParaRPr lang="vi-VN" dirty="0"/>
          </a:p>
          <a:p>
            <a:pPr>
              <a:defRPr sz="1900"/>
            </a:pP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4010" y="1870514"/>
            <a:ext cx="3566160" cy="1920240"/>
          </a:xfrm>
          <a:prstGeom prst="roundRect">
            <a:avLst/>
          </a:prstGeom>
          <a:solidFill>
            <a:srgbClr val="ECF4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sz="2400" dirty="0" err="1">
                <a:solidFill>
                  <a:schemeClr val="tx1"/>
                </a:solidFill>
              </a:rPr>
              <a:t>Khối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lượng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cao</a:t>
            </a:r>
            <a:endParaRPr sz="24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2400" dirty="0">
                <a:solidFill>
                  <a:schemeClr val="tx1"/>
                </a:solidFill>
              </a:rPr>
              <a:t>60-120 </a:t>
            </a:r>
            <a:r>
              <a:rPr sz="2400" dirty="0" err="1">
                <a:solidFill>
                  <a:schemeClr val="tx1"/>
                </a:solidFill>
              </a:rPr>
              <a:t>câu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hỏi</a:t>
            </a:r>
            <a:r>
              <a:rPr sz="2400" dirty="0">
                <a:solidFill>
                  <a:schemeClr val="tx1"/>
                </a:solidFill>
              </a:rPr>
              <a:t>/</a:t>
            </a:r>
            <a:r>
              <a:rPr sz="2400" dirty="0" err="1">
                <a:solidFill>
                  <a:schemeClr val="tx1"/>
                </a:solidFill>
              </a:rPr>
              <a:t>người</a:t>
            </a:r>
            <a:r>
              <a:rPr sz="2400" dirty="0">
                <a:solidFill>
                  <a:schemeClr val="tx1"/>
                </a:solidFill>
              </a:rPr>
              <a:t>/</a:t>
            </a:r>
            <a:r>
              <a:rPr sz="2400" dirty="0" err="1">
                <a:solidFill>
                  <a:schemeClr val="tx1"/>
                </a:solidFill>
              </a:rPr>
              <a:t>ngày</a:t>
            </a:r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50-70% </a:t>
            </a:r>
            <a:r>
              <a:rPr sz="2400" dirty="0" err="1">
                <a:solidFill>
                  <a:schemeClr val="tx1"/>
                </a:solidFill>
              </a:rPr>
              <a:t>là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câu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hỏi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lặp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00170" y="1870514"/>
            <a:ext cx="3566160" cy="1920240"/>
          </a:xfrm>
          <a:prstGeom prst="roundRect">
            <a:avLst/>
          </a:prstGeom>
          <a:solidFill>
            <a:srgbClr val="ECF4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sz="2400" dirty="0">
                <a:solidFill>
                  <a:schemeClr val="tx1"/>
                </a:solidFill>
              </a:rPr>
              <a:t>Chi </a:t>
            </a:r>
            <a:r>
              <a:rPr sz="2400" dirty="0" err="1">
                <a:solidFill>
                  <a:schemeClr val="tx1"/>
                </a:solidFill>
              </a:rPr>
              <a:t>phí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vận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hành</a:t>
            </a:r>
            <a:endParaRPr sz="24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2400" dirty="0">
                <a:solidFill>
                  <a:schemeClr val="tx1"/>
                </a:solidFill>
              </a:rPr>
              <a:t>Tra </a:t>
            </a:r>
            <a:r>
              <a:rPr sz="2400" dirty="0" err="1">
                <a:solidFill>
                  <a:schemeClr val="tx1"/>
                </a:solidFill>
              </a:rPr>
              <a:t>cứu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thủ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công</a:t>
            </a:r>
            <a:r>
              <a:rPr sz="2400" dirty="0">
                <a:solidFill>
                  <a:schemeClr val="tx1"/>
                </a:solidFill>
              </a:rPr>
              <a:t> 3-5 </a:t>
            </a:r>
            <a:r>
              <a:rPr sz="2400" dirty="0" err="1">
                <a:solidFill>
                  <a:schemeClr val="tx1"/>
                </a:solidFill>
              </a:rPr>
              <a:t>phút</a:t>
            </a:r>
            <a:r>
              <a:rPr sz="2400" dirty="0">
                <a:solidFill>
                  <a:schemeClr val="tx1"/>
                </a:solidFill>
              </a:rPr>
              <a:t>/</a:t>
            </a:r>
            <a:r>
              <a:rPr sz="2400" dirty="0" err="1">
                <a:solidFill>
                  <a:schemeClr val="tx1"/>
                </a:solidFill>
              </a:rPr>
              <a:t>câu</a:t>
            </a:r>
            <a:br>
              <a:rPr sz="2400" dirty="0">
                <a:solidFill>
                  <a:schemeClr val="tx1"/>
                </a:solidFill>
              </a:rPr>
            </a:br>
            <a:r>
              <a:rPr sz="2400" dirty="0" err="1">
                <a:solidFill>
                  <a:schemeClr val="tx1"/>
                </a:solidFill>
              </a:rPr>
              <a:t>Dễ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chậm</a:t>
            </a:r>
            <a:r>
              <a:rPr sz="2400" dirty="0">
                <a:solidFill>
                  <a:schemeClr val="tx1"/>
                </a:solidFill>
              </a:rPr>
              <a:t> SLA </a:t>
            </a:r>
            <a:r>
              <a:rPr sz="2400" dirty="0" err="1">
                <a:solidFill>
                  <a:schemeClr val="tx1"/>
                </a:solidFill>
              </a:rPr>
              <a:t>vào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giờ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cao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điểm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66330" y="1870514"/>
            <a:ext cx="3566160" cy="1920240"/>
          </a:xfrm>
          <a:prstGeom prst="roundRect">
            <a:avLst/>
          </a:prstGeom>
          <a:solidFill>
            <a:srgbClr val="ECF4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sz="2400" dirty="0" err="1">
                <a:solidFill>
                  <a:schemeClr val="tx1"/>
                </a:solidFill>
              </a:rPr>
              <a:t>Rủi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ro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chất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lượng</a:t>
            </a:r>
            <a:endParaRPr sz="24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2400" dirty="0" err="1">
                <a:solidFill>
                  <a:schemeClr val="tx1"/>
                </a:solidFill>
              </a:rPr>
              <a:t>Cùng</a:t>
            </a:r>
            <a:r>
              <a:rPr sz="2400" dirty="0">
                <a:solidFill>
                  <a:schemeClr val="tx1"/>
                </a:solidFill>
              </a:rPr>
              <a:t> 1 </a:t>
            </a:r>
            <a:r>
              <a:rPr sz="2400" dirty="0" err="1">
                <a:solidFill>
                  <a:schemeClr val="tx1"/>
                </a:solidFill>
              </a:rPr>
              <a:t>câu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hỏi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nhưng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trả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lời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khác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nhau</a:t>
            </a:r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Nguy </a:t>
            </a:r>
            <a:r>
              <a:rPr sz="2400" dirty="0" err="1">
                <a:solidFill>
                  <a:schemeClr val="tx1"/>
                </a:solidFill>
              </a:rPr>
              <a:t>cơ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sz="2400" dirty="0" err="1">
                <a:solidFill>
                  <a:schemeClr val="tx1"/>
                </a:solidFill>
              </a:rPr>
              <a:t>sai</a:t>
            </a:r>
            <a:r>
              <a:rPr sz="2400" dirty="0">
                <a:solidFill>
                  <a:schemeClr val="tx1"/>
                </a:solidFill>
              </a:rPr>
              <a:t> policy </a:t>
            </a:r>
            <a:r>
              <a:rPr sz="2400" dirty="0" err="1">
                <a:solidFill>
                  <a:schemeClr val="tx1"/>
                </a:solidFill>
              </a:rPr>
              <a:t>mới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9039526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 sz="3600" dirty="0" err="1"/>
              <a:t>Câu</a:t>
            </a:r>
            <a:r>
              <a:rPr sz="3600" dirty="0"/>
              <a:t> </a:t>
            </a:r>
            <a:r>
              <a:rPr sz="3600" dirty="0" err="1"/>
              <a:t>chuyện</a:t>
            </a:r>
            <a:r>
              <a:rPr sz="3600" dirty="0"/>
              <a:t> </a:t>
            </a:r>
            <a:r>
              <a:rPr sz="3600" dirty="0" err="1"/>
              <a:t>sản</a:t>
            </a:r>
            <a:r>
              <a:rPr sz="3600" dirty="0"/>
              <a:t> </a:t>
            </a:r>
            <a:r>
              <a:rPr sz="3600" dirty="0" err="1"/>
              <a:t>phẩm</a:t>
            </a:r>
            <a:r>
              <a:rPr sz="3600" dirty="0"/>
              <a:t>:</a:t>
            </a:r>
          </a:p>
          <a:p>
            <a:pPr>
              <a:defRPr sz="1500"/>
            </a:pPr>
            <a:r>
              <a:rPr sz="1600" dirty="0"/>
              <a:t>• </a:t>
            </a:r>
            <a:r>
              <a:rPr sz="2400" dirty="0" err="1"/>
              <a:t>Hiện</a:t>
            </a:r>
            <a:r>
              <a:rPr sz="2400" dirty="0"/>
              <a:t> </a:t>
            </a:r>
            <a:r>
              <a:rPr sz="2400" dirty="0" err="1"/>
              <a:t>tại</a:t>
            </a:r>
            <a:r>
              <a:rPr sz="2400" dirty="0"/>
              <a:t>: </a:t>
            </a:r>
            <a:r>
              <a:rPr sz="2400" dirty="0" err="1"/>
              <a:t>hỏi</a:t>
            </a:r>
            <a:r>
              <a:rPr sz="2400" dirty="0"/>
              <a:t> </a:t>
            </a:r>
            <a:r>
              <a:rPr sz="2400" dirty="0" err="1"/>
              <a:t>nhiều</a:t>
            </a:r>
            <a:r>
              <a:rPr sz="2400" dirty="0"/>
              <a:t>, </a:t>
            </a:r>
            <a:r>
              <a:rPr sz="2400" dirty="0" err="1"/>
              <a:t>trả</a:t>
            </a:r>
            <a:r>
              <a:rPr sz="2400" dirty="0"/>
              <a:t> </a:t>
            </a:r>
            <a:r>
              <a:rPr sz="2400" dirty="0" err="1"/>
              <a:t>lời</a:t>
            </a:r>
            <a:r>
              <a:rPr sz="2400" dirty="0"/>
              <a:t> </a:t>
            </a:r>
            <a:r>
              <a:rPr sz="2400" dirty="0" err="1"/>
              <a:t>thủ</a:t>
            </a:r>
            <a:r>
              <a:rPr sz="2400" dirty="0"/>
              <a:t> </a:t>
            </a:r>
            <a:r>
              <a:rPr sz="2400" dirty="0" err="1"/>
              <a:t>công</a:t>
            </a:r>
            <a:r>
              <a:rPr sz="2400" dirty="0"/>
              <a:t>, </a:t>
            </a:r>
            <a:r>
              <a:rPr sz="2400" dirty="0" err="1"/>
              <a:t>tốn</a:t>
            </a:r>
            <a:r>
              <a:rPr sz="2400" dirty="0"/>
              <a:t> </a:t>
            </a:r>
            <a:r>
              <a:rPr sz="2400" dirty="0" err="1"/>
              <a:t>thời</a:t>
            </a:r>
            <a:r>
              <a:rPr sz="2400" dirty="0"/>
              <a:t> </a:t>
            </a:r>
            <a:r>
              <a:rPr sz="2400" dirty="0" err="1"/>
              <a:t>gian</a:t>
            </a:r>
            <a:r>
              <a:rPr sz="2400" dirty="0"/>
              <a:t>, </a:t>
            </a:r>
            <a:r>
              <a:rPr sz="2400" dirty="0" err="1"/>
              <a:t>thiếu</a:t>
            </a:r>
            <a:r>
              <a:rPr sz="2400" dirty="0"/>
              <a:t> </a:t>
            </a:r>
            <a:r>
              <a:rPr sz="2400" dirty="0" err="1"/>
              <a:t>nhất</a:t>
            </a:r>
            <a:r>
              <a:rPr sz="2400" dirty="0"/>
              <a:t> </a:t>
            </a:r>
            <a:r>
              <a:rPr sz="2400" dirty="0" err="1"/>
              <a:t>quán</a:t>
            </a:r>
            <a:r>
              <a:rPr sz="2400" dirty="0"/>
              <a:t>.</a:t>
            </a:r>
          </a:p>
          <a:p>
            <a:pPr>
              <a:defRPr sz="1500"/>
            </a:pPr>
            <a:r>
              <a:rPr sz="2400" dirty="0"/>
              <a:t>• </a:t>
            </a:r>
            <a:r>
              <a:rPr sz="2400" dirty="0" err="1"/>
              <a:t>Đề</a:t>
            </a:r>
            <a:r>
              <a:rPr sz="2400" dirty="0"/>
              <a:t> </a:t>
            </a:r>
            <a:r>
              <a:rPr sz="2400" dirty="0" err="1"/>
              <a:t>xuất</a:t>
            </a:r>
            <a:r>
              <a:rPr sz="2400" dirty="0"/>
              <a:t>: AI </a:t>
            </a:r>
            <a:r>
              <a:rPr sz="2400" dirty="0" err="1"/>
              <a:t>gợi</a:t>
            </a:r>
            <a:r>
              <a:rPr sz="2400" dirty="0"/>
              <a:t> ý </a:t>
            </a:r>
            <a:r>
              <a:rPr sz="2400" dirty="0" err="1"/>
              <a:t>câu</a:t>
            </a:r>
            <a:r>
              <a:rPr sz="2400" dirty="0"/>
              <a:t> </a:t>
            </a:r>
            <a:r>
              <a:rPr sz="2400" dirty="0" err="1"/>
              <a:t>trả</a:t>
            </a:r>
            <a:r>
              <a:rPr sz="2400" dirty="0"/>
              <a:t> </a:t>
            </a:r>
            <a:r>
              <a:rPr sz="2400" dirty="0" err="1"/>
              <a:t>lời</a:t>
            </a:r>
            <a:r>
              <a:rPr sz="2400" dirty="0"/>
              <a:t> </a:t>
            </a:r>
            <a:r>
              <a:rPr sz="2400" dirty="0" err="1"/>
              <a:t>từ</a:t>
            </a:r>
            <a:r>
              <a:rPr sz="2400" dirty="0"/>
              <a:t> FAQ + policy </a:t>
            </a:r>
            <a:r>
              <a:rPr sz="2400" dirty="0" err="1"/>
              <a:t>hiện</a:t>
            </a:r>
            <a:r>
              <a:rPr sz="2400" dirty="0"/>
              <a:t> </a:t>
            </a:r>
            <a:r>
              <a:rPr sz="2400" dirty="0" err="1"/>
              <a:t>hành</a:t>
            </a:r>
            <a:r>
              <a:rPr sz="2400" dirty="0"/>
              <a:t>, </a:t>
            </a:r>
            <a:r>
              <a:rPr sz="2400" dirty="0" err="1"/>
              <a:t>có</a:t>
            </a:r>
            <a:r>
              <a:rPr sz="2400" dirty="0"/>
              <a:t> </a:t>
            </a:r>
            <a:r>
              <a:rPr sz="2400" dirty="0" err="1"/>
              <a:t>trích</a:t>
            </a:r>
            <a:r>
              <a:rPr sz="2400" dirty="0"/>
              <a:t> </a:t>
            </a:r>
            <a:r>
              <a:rPr sz="2400" dirty="0" err="1"/>
              <a:t>nguồn</a:t>
            </a:r>
            <a:r>
              <a:rPr sz="2400" dirty="0"/>
              <a:t>.</a:t>
            </a:r>
          </a:p>
          <a:p>
            <a:pPr>
              <a:defRPr sz="1500"/>
            </a:pPr>
            <a:r>
              <a:rPr sz="2400" dirty="0"/>
              <a:t>• </a:t>
            </a:r>
            <a:r>
              <a:rPr sz="2400" dirty="0" err="1"/>
              <a:t>Mô</a:t>
            </a:r>
            <a:r>
              <a:rPr sz="2400" dirty="0"/>
              <a:t> </a:t>
            </a:r>
            <a:r>
              <a:rPr sz="2400" dirty="0" err="1"/>
              <a:t>hình</a:t>
            </a:r>
            <a:r>
              <a:rPr sz="2400" dirty="0"/>
              <a:t>: Augmentation (</a:t>
            </a:r>
            <a:r>
              <a:rPr sz="2400" dirty="0" err="1"/>
              <a:t>tư</a:t>
            </a:r>
            <a:r>
              <a:rPr sz="2400" dirty="0"/>
              <a:t> </a:t>
            </a:r>
            <a:r>
              <a:rPr sz="2400" dirty="0" err="1"/>
              <a:t>vấn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 </a:t>
            </a:r>
            <a:r>
              <a:rPr sz="2400" dirty="0" err="1"/>
              <a:t>duyệt</a:t>
            </a:r>
            <a:r>
              <a:rPr sz="2400" dirty="0"/>
              <a:t>/</a:t>
            </a:r>
            <a:r>
              <a:rPr sz="2400" dirty="0" err="1"/>
              <a:t>chỉnh</a:t>
            </a:r>
            <a:r>
              <a:rPr sz="2400" dirty="0"/>
              <a:t> </a:t>
            </a:r>
            <a:r>
              <a:rPr sz="2400" dirty="0" err="1"/>
              <a:t>sửa</a:t>
            </a:r>
            <a:r>
              <a:rPr sz="2400" dirty="0"/>
              <a:t> </a:t>
            </a:r>
            <a:r>
              <a:rPr sz="2400" dirty="0" err="1"/>
              <a:t>trước</a:t>
            </a:r>
            <a:r>
              <a:rPr sz="2400" dirty="0"/>
              <a:t> </a:t>
            </a:r>
            <a:r>
              <a:rPr sz="2400" dirty="0" err="1"/>
              <a:t>khi</a:t>
            </a:r>
            <a:r>
              <a:rPr sz="2400" dirty="0"/>
              <a:t> </a:t>
            </a:r>
            <a:r>
              <a:rPr sz="2400" dirty="0" err="1"/>
              <a:t>gửi</a:t>
            </a:r>
            <a:r>
              <a:rPr sz="2400" dirty="0"/>
              <a:t>).</a:t>
            </a:r>
          </a:p>
          <a:p>
            <a:pPr>
              <a:defRPr sz="1500"/>
            </a:pPr>
            <a:r>
              <a:rPr sz="2400" dirty="0"/>
              <a:t>• </a:t>
            </a:r>
            <a:r>
              <a:rPr sz="2400" dirty="0" err="1"/>
              <a:t>Kỳ</a:t>
            </a:r>
            <a:r>
              <a:rPr sz="2400" dirty="0"/>
              <a:t> </a:t>
            </a:r>
            <a:r>
              <a:rPr sz="2400" dirty="0" err="1"/>
              <a:t>vọng</a:t>
            </a:r>
            <a:r>
              <a:rPr sz="2400" dirty="0"/>
              <a:t>: </a:t>
            </a:r>
            <a:r>
              <a:rPr sz="2400" dirty="0" err="1"/>
              <a:t>rút</a:t>
            </a:r>
            <a:r>
              <a:rPr sz="2400" dirty="0"/>
              <a:t> </a:t>
            </a:r>
            <a:r>
              <a:rPr sz="2400" dirty="0" err="1"/>
              <a:t>thời</a:t>
            </a:r>
            <a:r>
              <a:rPr sz="2400" dirty="0"/>
              <a:t> </a:t>
            </a:r>
            <a:r>
              <a:rPr sz="2400" dirty="0" err="1"/>
              <a:t>gian</a:t>
            </a:r>
            <a:r>
              <a:rPr sz="2400" dirty="0"/>
              <a:t> </a:t>
            </a:r>
            <a:r>
              <a:rPr sz="2400" dirty="0" err="1"/>
              <a:t>tra</a:t>
            </a:r>
            <a:r>
              <a:rPr sz="2400" dirty="0"/>
              <a:t> </a:t>
            </a:r>
            <a:r>
              <a:rPr sz="2400" dirty="0" err="1"/>
              <a:t>cứu</a:t>
            </a:r>
            <a:r>
              <a:rPr sz="2400" dirty="0"/>
              <a:t> </a:t>
            </a:r>
            <a:r>
              <a:rPr sz="2400" dirty="0" err="1"/>
              <a:t>từ</a:t>
            </a:r>
            <a:r>
              <a:rPr sz="2400" dirty="0"/>
              <a:t> 3-5 </a:t>
            </a:r>
            <a:r>
              <a:rPr sz="2400" dirty="0" err="1"/>
              <a:t>phút</a:t>
            </a:r>
            <a:r>
              <a:rPr sz="2400" dirty="0"/>
              <a:t> </a:t>
            </a:r>
            <a:r>
              <a:rPr sz="2400" dirty="0" err="1"/>
              <a:t>xuống</a:t>
            </a:r>
            <a:r>
              <a:rPr sz="2400" dirty="0"/>
              <a:t> 20-40 </a:t>
            </a:r>
            <a:r>
              <a:rPr sz="2400" dirty="0" err="1"/>
              <a:t>giây</a:t>
            </a:r>
            <a:r>
              <a:rPr sz="2400" dirty="0"/>
              <a:t>/</a:t>
            </a:r>
            <a:r>
              <a:rPr sz="2400" dirty="0" err="1"/>
              <a:t>câu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1" y="141873"/>
            <a:ext cx="8229600" cy="1143000"/>
          </a:xfrm>
        </p:spPr>
        <p:txBody>
          <a:bodyPr/>
          <a:lstStyle/>
          <a:p>
            <a:pPr>
              <a:defRPr sz="3600"/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Problem Theo Khung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92501"/>
              </p:ext>
            </p:extLst>
          </p:nvPr>
        </p:nvGraphicFramePr>
        <p:xfrm>
          <a:off x="263950" y="1151352"/>
          <a:ext cx="11321592" cy="556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rPr sz="1800" dirty="0" err="1"/>
                        <a:t>Hạng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mục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rPr sz="1800" dirty="0" err="1"/>
                        <a:t>Trả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lời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Actor /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 err="1"/>
                        <a:t>Tư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vấn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viên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tuyển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sinh</a:t>
                      </a:r>
                      <a:r>
                        <a:rPr sz="2400" dirty="0"/>
                        <a:t> (</a:t>
                      </a:r>
                      <a:r>
                        <a:rPr sz="2400" dirty="0" err="1"/>
                        <a:t>và</a:t>
                      </a:r>
                      <a:r>
                        <a:rPr sz="2400" dirty="0"/>
                        <a:t> content owner </a:t>
                      </a:r>
                      <a:r>
                        <a:rPr sz="2400" dirty="0" err="1"/>
                        <a:t>cho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phần</a:t>
                      </a:r>
                      <a:r>
                        <a:rPr sz="2400" dirty="0"/>
                        <a:t> FAQ </a:t>
                      </a:r>
                      <a:r>
                        <a:rPr sz="2400" dirty="0" err="1"/>
                        <a:t>mới</a:t>
                      </a:r>
                      <a:r>
                        <a:rPr sz="24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Current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 err="1"/>
                        <a:t>Nhận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câu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hỏi</a:t>
                      </a:r>
                      <a:r>
                        <a:rPr sz="2400" dirty="0"/>
                        <a:t> -&gt; </a:t>
                      </a:r>
                      <a:r>
                        <a:rPr sz="2400" dirty="0" err="1"/>
                        <a:t>tra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cứu</a:t>
                      </a:r>
                      <a:r>
                        <a:rPr sz="2400" dirty="0"/>
                        <a:t> FAQ/policy </a:t>
                      </a:r>
                      <a:r>
                        <a:rPr sz="2400" dirty="0" err="1"/>
                        <a:t>thủ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công</a:t>
                      </a:r>
                      <a:r>
                        <a:rPr sz="2400" dirty="0"/>
                        <a:t> -&gt; </a:t>
                      </a:r>
                      <a:r>
                        <a:rPr sz="2400" dirty="0" err="1"/>
                        <a:t>soạn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trả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lời</a:t>
                      </a:r>
                      <a:r>
                        <a:rPr sz="2400" dirty="0"/>
                        <a:t> -&gt; </a:t>
                      </a:r>
                      <a:r>
                        <a:rPr sz="2400" dirty="0" err="1"/>
                        <a:t>gửi</a:t>
                      </a:r>
                      <a:r>
                        <a:rPr sz="2400" dirty="0"/>
                        <a:t> -&gt; </a:t>
                      </a:r>
                      <a:r>
                        <a:rPr sz="2400" dirty="0" err="1"/>
                        <a:t>lặp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lại</a:t>
                      </a:r>
                      <a:r>
                        <a:rPr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Bottleneck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 err="1"/>
                        <a:t>Nhiều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câu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hỏi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lặp</a:t>
                      </a:r>
                      <a:r>
                        <a:rPr sz="2400" dirty="0"/>
                        <a:t>; tri </a:t>
                      </a:r>
                      <a:r>
                        <a:rPr sz="2400" dirty="0" err="1"/>
                        <a:t>thức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phân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tán</a:t>
                      </a:r>
                      <a:r>
                        <a:rPr sz="2400" dirty="0"/>
                        <a:t>; </a:t>
                      </a:r>
                      <a:r>
                        <a:rPr sz="2400" dirty="0" err="1"/>
                        <a:t>phụ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thuộc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kinh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nghiệm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cá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nhân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từng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tư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vấn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viên</a:t>
                      </a:r>
                      <a:r>
                        <a:rPr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 err="1"/>
                        <a:t>Tăng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thời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gian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xử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lý</a:t>
                      </a:r>
                      <a:r>
                        <a:rPr sz="2400" dirty="0"/>
                        <a:t>, </a:t>
                      </a:r>
                      <a:r>
                        <a:rPr sz="2400" dirty="0" err="1"/>
                        <a:t>dễ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trễ</a:t>
                      </a:r>
                      <a:r>
                        <a:rPr sz="2400" dirty="0"/>
                        <a:t> SLA, </a:t>
                      </a:r>
                      <a:r>
                        <a:rPr sz="2400" dirty="0" err="1"/>
                        <a:t>rủi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ro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trả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lời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sai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khi</a:t>
                      </a:r>
                      <a:r>
                        <a:rPr sz="2400" dirty="0"/>
                        <a:t> policy </a:t>
                      </a:r>
                      <a:r>
                        <a:rPr sz="2400" dirty="0" err="1"/>
                        <a:t>thay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đổi</a:t>
                      </a:r>
                      <a:r>
                        <a:rPr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Success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Precision@1 &gt;=90%, accept suggestion &gt;=65%, P95 latency &lt;=2.5s, cluster purity &gt;=85%.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400" dirty="0"/>
                        <a:t>Operational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AI </a:t>
                      </a:r>
                      <a:r>
                        <a:rPr sz="2400" dirty="0" err="1"/>
                        <a:t>chỉ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gợi</a:t>
                      </a:r>
                      <a:r>
                        <a:rPr sz="2400" dirty="0"/>
                        <a:t> ý; </a:t>
                      </a:r>
                      <a:r>
                        <a:rPr sz="2400" dirty="0" err="1"/>
                        <a:t>không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tự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gửi</a:t>
                      </a:r>
                      <a:r>
                        <a:rPr sz="2400" dirty="0"/>
                        <a:t>. Khi </a:t>
                      </a:r>
                      <a:r>
                        <a:rPr sz="2400" dirty="0" err="1"/>
                        <a:t>thiếu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bằng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chứng</a:t>
                      </a:r>
                      <a:r>
                        <a:rPr sz="2400" dirty="0"/>
                        <a:t>/</a:t>
                      </a:r>
                      <a:r>
                        <a:rPr sz="2400" dirty="0" err="1"/>
                        <a:t>độ</a:t>
                      </a:r>
                      <a:r>
                        <a:rPr sz="2400" dirty="0"/>
                        <a:t> tin </a:t>
                      </a:r>
                      <a:r>
                        <a:rPr sz="2400" dirty="0" err="1"/>
                        <a:t>cậy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thấp</a:t>
                      </a:r>
                      <a:r>
                        <a:rPr sz="2400" dirty="0"/>
                        <a:t> -&gt; fallback </a:t>
                      </a:r>
                      <a:r>
                        <a:rPr sz="2400" dirty="0" err="1"/>
                        <a:t>về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tư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vấn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viên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xử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lý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thủ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công</a:t>
                      </a:r>
                      <a:r>
                        <a:rPr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Workflow (Có Fallback + Learning Loop)</a:t>
            </a:r>
          </a:p>
        </p:txBody>
      </p:sp>
      <p:pic>
        <p:nvPicPr>
          <p:cNvPr id="3" name="Picture 2" descr="Untitled diagram-2026-04-09-025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689" y="1143000"/>
            <a:ext cx="1980946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80160"/>
            <a:ext cx="5437451" cy="5262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rPr sz="2400" dirty="0" err="1"/>
              <a:t>Luồng</a:t>
            </a:r>
            <a:r>
              <a:rPr sz="2400" dirty="0"/>
              <a:t> </a:t>
            </a:r>
            <a:r>
              <a:rPr sz="2400" dirty="0" err="1"/>
              <a:t>chính</a:t>
            </a:r>
            <a:endParaRPr sz="2400" dirty="0"/>
          </a:p>
          <a:p>
            <a:pPr>
              <a:defRPr sz="1400"/>
            </a:pPr>
            <a:r>
              <a:rPr sz="2400" dirty="0"/>
              <a:t>1) </a:t>
            </a:r>
            <a:r>
              <a:rPr sz="2400" dirty="0" err="1"/>
              <a:t>Nhận</a:t>
            </a:r>
            <a:r>
              <a:rPr sz="2400" dirty="0"/>
              <a:t> </a:t>
            </a:r>
            <a:r>
              <a:rPr sz="2400" dirty="0" err="1"/>
              <a:t>câu</a:t>
            </a:r>
            <a:r>
              <a:rPr sz="2400" dirty="0"/>
              <a:t> </a:t>
            </a:r>
            <a:r>
              <a:rPr sz="2400" dirty="0" err="1"/>
              <a:t>hỏi</a:t>
            </a:r>
            <a:r>
              <a:rPr sz="2400" dirty="0"/>
              <a:t> </a:t>
            </a:r>
            <a:r>
              <a:rPr sz="2400" dirty="0" err="1"/>
              <a:t>tuyển</a:t>
            </a:r>
            <a:r>
              <a:rPr sz="2400" dirty="0"/>
              <a:t> </a:t>
            </a:r>
            <a:r>
              <a:rPr sz="2400" dirty="0" err="1"/>
              <a:t>sinh</a:t>
            </a:r>
            <a:endParaRPr sz="2400" dirty="0"/>
          </a:p>
          <a:p>
            <a:pPr>
              <a:defRPr sz="1400"/>
            </a:pPr>
            <a:r>
              <a:rPr sz="2400" dirty="0"/>
              <a:t>2) AI </a:t>
            </a:r>
            <a:r>
              <a:rPr sz="2400" dirty="0" err="1"/>
              <a:t>tìm</a:t>
            </a:r>
            <a:r>
              <a:rPr sz="2400" dirty="0"/>
              <a:t> FAQ + policy</a:t>
            </a:r>
          </a:p>
          <a:p>
            <a:pPr>
              <a:defRPr sz="1400"/>
            </a:pPr>
            <a:r>
              <a:rPr sz="2400" dirty="0"/>
              <a:t>3) Sinh </a:t>
            </a:r>
            <a:r>
              <a:rPr sz="2400" dirty="0" err="1"/>
              <a:t>câu</a:t>
            </a:r>
            <a:r>
              <a:rPr sz="2400" dirty="0"/>
              <a:t> </a:t>
            </a:r>
            <a:r>
              <a:rPr sz="2400" dirty="0" err="1"/>
              <a:t>trả</a:t>
            </a:r>
            <a:r>
              <a:rPr sz="2400" dirty="0"/>
              <a:t> </a:t>
            </a:r>
            <a:r>
              <a:rPr sz="2400" dirty="0" err="1"/>
              <a:t>lời</a:t>
            </a:r>
            <a:r>
              <a:rPr sz="2400" dirty="0"/>
              <a:t> </a:t>
            </a:r>
            <a:r>
              <a:rPr sz="2400" dirty="0" err="1"/>
              <a:t>nháp</a:t>
            </a:r>
            <a:endParaRPr sz="2400" dirty="0"/>
          </a:p>
          <a:p>
            <a:pPr>
              <a:defRPr sz="1400"/>
            </a:pPr>
            <a:r>
              <a:rPr sz="2400" dirty="0"/>
              <a:t>4) </a:t>
            </a:r>
            <a:r>
              <a:rPr sz="2400" dirty="0" err="1"/>
              <a:t>Tư</a:t>
            </a:r>
            <a:r>
              <a:rPr sz="2400" dirty="0"/>
              <a:t> </a:t>
            </a:r>
            <a:r>
              <a:rPr sz="2400" dirty="0" err="1"/>
              <a:t>vấn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 </a:t>
            </a:r>
            <a:r>
              <a:rPr sz="2400" dirty="0" err="1"/>
              <a:t>duyệt</a:t>
            </a:r>
            <a:r>
              <a:rPr sz="2400" dirty="0"/>
              <a:t>/</a:t>
            </a:r>
            <a:r>
              <a:rPr sz="2400" dirty="0" err="1"/>
              <a:t>chỉnh</a:t>
            </a:r>
            <a:r>
              <a:rPr sz="2400" dirty="0"/>
              <a:t> </a:t>
            </a:r>
            <a:r>
              <a:rPr sz="2400" dirty="0" err="1"/>
              <a:t>sửa</a:t>
            </a:r>
            <a:endParaRPr sz="2400" dirty="0"/>
          </a:p>
          <a:p>
            <a:pPr>
              <a:defRPr sz="1400"/>
            </a:pPr>
            <a:r>
              <a:rPr sz="2400" dirty="0"/>
              <a:t>5) </a:t>
            </a:r>
            <a:r>
              <a:rPr sz="2400" dirty="0" err="1"/>
              <a:t>Gửi</a:t>
            </a:r>
            <a:r>
              <a:rPr sz="2400" dirty="0"/>
              <a:t> </a:t>
            </a:r>
            <a:r>
              <a:rPr sz="2400" dirty="0" err="1"/>
              <a:t>phản</a:t>
            </a:r>
            <a:r>
              <a:rPr sz="2400" dirty="0"/>
              <a:t> </a:t>
            </a:r>
            <a:r>
              <a:rPr sz="2400" dirty="0" err="1"/>
              <a:t>hồi</a:t>
            </a:r>
            <a:r>
              <a:rPr sz="2400" dirty="0"/>
              <a:t> </a:t>
            </a:r>
            <a:r>
              <a:rPr sz="2400" dirty="0" err="1"/>
              <a:t>cho</a:t>
            </a:r>
            <a:r>
              <a:rPr sz="2400" dirty="0"/>
              <a:t> </a:t>
            </a:r>
            <a:r>
              <a:rPr sz="2400" dirty="0" err="1"/>
              <a:t>phụ</a:t>
            </a:r>
            <a:r>
              <a:rPr sz="2400" dirty="0"/>
              <a:t> </a:t>
            </a:r>
            <a:r>
              <a:rPr sz="2400" dirty="0" err="1"/>
              <a:t>huynh</a:t>
            </a:r>
            <a:r>
              <a:rPr sz="2400" dirty="0"/>
              <a:t>/</a:t>
            </a:r>
            <a:r>
              <a:rPr sz="2400" dirty="0" err="1"/>
              <a:t>học</a:t>
            </a:r>
            <a:r>
              <a:rPr sz="2400" dirty="0"/>
              <a:t> </a:t>
            </a:r>
            <a:r>
              <a:rPr sz="2400" dirty="0" err="1"/>
              <a:t>sinh</a:t>
            </a:r>
            <a:endParaRPr sz="2400" dirty="0"/>
          </a:p>
          <a:p>
            <a:pPr>
              <a:defRPr sz="1400"/>
            </a:pPr>
            <a:endParaRPr sz="2400" dirty="0"/>
          </a:p>
          <a:p>
            <a:pPr>
              <a:defRPr sz="1700" b="1"/>
            </a:pPr>
            <a:r>
              <a:rPr sz="2400" dirty="0"/>
              <a:t>Fallback</a:t>
            </a:r>
          </a:p>
          <a:p>
            <a:pPr>
              <a:defRPr sz="1400"/>
            </a:pPr>
            <a:r>
              <a:rPr sz="2400" dirty="0"/>
              <a:t>- </a:t>
            </a:r>
            <a:r>
              <a:rPr sz="2400" dirty="0" err="1"/>
              <a:t>Không</a:t>
            </a:r>
            <a:r>
              <a:rPr sz="2400" dirty="0"/>
              <a:t> </a:t>
            </a:r>
            <a:r>
              <a:rPr sz="2400" dirty="0" err="1"/>
              <a:t>có</a:t>
            </a:r>
            <a:r>
              <a:rPr sz="2400" dirty="0"/>
              <a:t> </a:t>
            </a:r>
            <a:r>
              <a:rPr sz="2400" dirty="0" err="1"/>
              <a:t>nguồn</a:t>
            </a:r>
            <a:r>
              <a:rPr sz="2400" dirty="0"/>
              <a:t> </a:t>
            </a:r>
            <a:r>
              <a:rPr sz="2400" dirty="0" err="1"/>
              <a:t>phù</a:t>
            </a:r>
            <a:r>
              <a:rPr sz="2400" dirty="0"/>
              <a:t> </a:t>
            </a:r>
            <a:r>
              <a:rPr sz="2400" dirty="0" err="1"/>
              <a:t>hợp</a:t>
            </a:r>
            <a:endParaRPr sz="2400" dirty="0"/>
          </a:p>
          <a:p>
            <a:pPr>
              <a:defRPr sz="1400"/>
            </a:pPr>
            <a:r>
              <a:rPr sz="2400" dirty="0"/>
              <a:t>- </a:t>
            </a:r>
            <a:r>
              <a:rPr sz="2400" dirty="0" err="1"/>
              <a:t>Độ</a:t>
            </a:r>
            <a:r>
              <a:rPr sz="2400" dirty="0"/>
              <a:t> tin </a:t>
            </a:r>
            <a:r>
              <a:rPr sz="2400" dirty="0" err="1"/>
              <a:t>cậy</a:t>
            </a:r>
            <a:r>
              <a:rPr sz="2400" dirty="0"/>
              <a:t> </a:t>
            </a:r>
            <a:r>
              <a:rPr sz="2400" dirty="0" err="1"/>
              <a:t>thấp</a:t>
            </a:r>
            <a:endParaRPr sz="2400" dirty="0"/>
          </a:p>
          <a:p>
            <a:pPr>
              <a:defRPr sz="1400"/>
            </a:pPr>
            <a:r>
              <a:rPr sz="2400" dirty="0"/>
              <a:t>=&gt; </a:t>
            </a:r>
            <a:r>
              <a:rPr sz="2400" dirty="0" err="1"/>
              <a:t>Trả</a:t>
            </a:r>
            <a:r>
              <a:rPr sz="2400" dirty="0"/>
              <a:t> </a:t>
            </a:r>
            <a:r>
              <a:rPr sz="2400" dirty="0" err="1"/>
              <a:t>lời</a:t>
            </a:r>
            <a:r>
              <a:rPr sz="2400" dirty="0"/>
              <a:t> </a:t>
            </a:r>
            <a:r>
              <a:rPr sz="2400" dirty="0" err="1"/>
              <a:t>thủ</a:t>
            </a:r>
            <a:r>
              <a:rPr sz="2400" dirty="0"/>
              <a:t> </a:t>
            </a:r>
            <a:r>
              <a:rPr sz="2400" dirty="0" err="1"/>
              <a:t>công</a:t>
            </a:r>
            <a:endParaRPr sz="2400" dirty="0"/>
          </a:p>
          <a:p>
            <a:pPr>
              <a:defRPr sz="1400"/>
            </a:pPr>
            <a:endParaRPr sz="2400" dirty="0"/>
          </a:p>
          <a:p>
            <a:pPr>
              <a:defRPr sz="1700" b="1"/>
            </a:pPr>
            <a:r>
              <a:rPr sz="2400" dirty="0"/>
              <a:t>Learning loop</a:t>
            </a:r>
          </a:p>
          <a:p>
            <a:pPr>
              <a:defRPr sz="1400"/>
            </a:pPr>
            <a:r>
              <a:rPr sz="2400" dirty="0" err="1"/>
              <a:t>Chỉnh</a:t>
            </a:r>
            <a:r>
              <a:rPr sz="2400" dirty="0"/>
              <a:t> </a:t>
            </a:r>
            <a:r>
              <a:rPr sz="2400" dirty="0" err="1"/>
              <a:t>sửa</a:t>
            </a:r>
            <a:r>
              <a:rPr sz="2400" dirty="0"/>
              <a:t> </a:t>
            </a:r>
            <a:r>
              <a:rPr sz="2400" dirty="0" err="1"/>
              <a:t>của</a:t>
            </a:r>
            <a:r>
              <a:rPr sz="2400" dirty="0"/>
              <a:t> </a:t>
            </a:r>
            <a:r>
              <a:rPr sz="2400" dirty="0" err="1"/>
              <a:t>tư</a:t>
            </a:r>
            <a:r>
              <a:rPr sz="2400" dirty="0"/>
              <a:t> </a:t>
            </a:r>
            <a:r>
              <a:rPr sz="2400" dirty="0" err="1"/>
              <a:t>vấn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 -&gt; </a:t>
            </a:r>
            <a:r>
              <a:rPr sz="2400" dirty="0" err="1"/>
              <a:t>cập</a:t>
            </a:r>
            <a:r>
              <a:rPr sz="2400" dirty="0"/>
              <a:t> </a:t>
            </a:r>
            <a:r>
              <a:rPr sz="2400" dirty="0" err="1"/>
              <a:t>nhật</a:t>
            </a:r>
            <a:r>
              <a:rPr sz="2400" dirty="0"/>
              <a:t> FAQ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245" y="2669046"/>
            <a:ext cx="8229600" cy="1143000"/>
          </a:xfrm>
        </p:spPr>
        <p:txBody>
          <a:bodyPr/>
          <a:lstStyle/>
          <a:p>
            <a:pPr>
              <a:defRPr sz="3600"/>
            </a:pPr>
            <a:r>
              <a:rPr lang="vi-VN" dirty="0">
                <a:latin typeface="+mn-lt"/>
              </a:rPr>
              <a:t>DEMO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423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Admissions FAQ Assistant</vt:lpstr>
      <vt:lpstr>Problem Statement </vt:lpstr>
      <vt:lpstr>Phân Tích Problem Theo Khung Câu Hỏi</vt:lpstr>
      <vt:lpstr>Workflow (Có Fallback + Learning Loop)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HXuan Phuong</cp:lastModifiedBy>
  <cp:revision>2</cp:revision>
  <dcterms:created xsi:type="dcterms:W3CDTF">2013-01-27T09:14:16Z</dcterms:created>
  <dcterms:modified xsi:type="dcterms:W3CDTF">2026-04-09T09:26:39Z</dcterms:modified>
  <cp:category/>
</cp:coreProperties>
</file>